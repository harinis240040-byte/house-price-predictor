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4" r:id="rId5"/>
    <p:sldId id="263" r:id="rId6"/>
    <p:sldId id="258" r:id="rId7"/>
    <p:sldId id="260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rinis240040-byte/house-price-predictor.gi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towardsdatascience.com/" TargetMode="External"/><Relationship Id="rId3" Type="http://schemas.openxmlformats.org/officeDocument/2006/relationships/hyperlink" Target="https://scikit-learn.org/stable/" TargetMode="External"/><Relationship Id="rId7" Type="http://schemas.openxmlformats.org/officeDocument/2006/relationships/hyperlink" Target="https://www.geeksforgeeks.org/machine-learning/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docs/" TargetMode="External"/><Relationship Id="rId5" Type="http://schemas.openxmlformats.org/officeDocument/2006/relationships/hyperlink" Target="https://docs.python.org/3/" TargetMode="External"/><Relationship Id="rId4" Type="http://schemas.openxmlformats.org/officeDocument/2006/relationships/hyperlink" Target="https://flask.palletsproject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4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 PRICE PREDICTON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376138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HARINI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4/30/2026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Problem Statement</a:t>
            </a:r>
          </a:p>
          <a:p>
            <a:r>
              <a:rPr lang="en-US" dirty="0"/>
              <a:t>Traditional real estate pricing relies on manual estimation, which may lead to inaccurate predictions. </a:t>
            </a:r>
          </a:p>
          <a:p>
            <a:r>
              <a:rPr lang="en-US" dirty="0"/>
              <a:t>House prices depend on multiple factors such as area, number of bedrooms, and location. </a:t>
            </a:r>
          </a:p>
          <a:p>
            <a:r>
              <a:rPr lang="en-US" dirty="0"/>
              <a:t>Manual analysis is time-consuming and may not capture complex patterns in data. </a:t>
            </a:r>
          </a:p>
          <a:p>
            <a:r>
              <a:rPr lang="en-US" dirty="0"/>
              <a:t>There is a need for an automated system to predict house prices efficiently and accurately.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GOAL</a:t>
            </a:r>
          </a:p>
          <a:p>
            <a:r>
              <a:rPr lang="en-US" dirty="0"/>
              <a:t>To develop a machine learning-based system to predict house prices. </a:t>
            </a:r>
          </a:p>
          <a:p>
            <a:r>
              <a:rPr lang="en-US" dirty="0"/>
              <a:t>To analyze key factors affecting property prices such as area, BHK, and bathrooms. </a:t>
            </a:r>
          </a:p>
          <a:p>
            <a:r>
              <a:rPr lang="en-US" dirty="0"/>
              <a:t>To provide accurate price predictions for users. </a:t>
            </a:r>
          </a:p>
          <a:p>
            <a:r>
              <a:rPr lang="en-US" dirty="0"/>
              <a:t>To visualize relationships between features and house prices. </a:t>
            </a:r>
          </a:p>
          <a:p>
            <a:r>
              <a:rPr lang="en-US" dirty="0"/>
              <a:t>To assist buyers and sellers in making better real estate decisions.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r>
              <a:rPr lang="en-US" dirty="0"/>
              <a:t>Machine Learning is a branch of Artificial Intelligence that enables systems to learn from data and make predictions. </a:t>
            </a:r>
          </a:p>
          <a:p>
            <a:r>
              <a:rPr lang="en-US" dirty="0"/>
              <a:t>It identifies patterns from historical data and uses them for future predictions. </a:t>
            </a:r>
          </a:p>
          <a:p>
            <a:r>
              <a:rPr lang="en-US" dirty="0"/>
              <a:t>In real estate, machine learning helps estimate property prices based on various features. </a:t>
            </a:r>
          </a:p>
          <a:p>
            <a:r>
              <a:rPr lang="en-US" dirty="0"/>
              <a:t>This project uses the </a:t>
            </a:r>
            <a:r>
              <a:rPr lang="en-US" b="1" dirty="0"/>
              <a:t>Linear Regression Algorithm</a:t>
            </a:r>
            <a:r>
              <a:rPr lang="en-US" dirty="0"/>
              <a:t>, a supervised learning method used for predicting continuous values. </a:t>
            </a:r>
          </a:p>
          <a:p>
            <a:r>
              <a:rPr lang="en-US" dirty="0"/>
              <a:t>Linear Regression finds the relationship between input variables and output (price). </a:t>
            </a:r>
          </a:p>
          <a:p>
            <a:r>
              <a:rPr lang="en-US" dirty="0"/>
              <a:t>It assumes a linear relationship between features and the target variable. 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4EAE1-6188-5E2D-FB7D-1868500C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96B6-EA67-671A-D04A-3D5A3E04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83820-619A-F0A5-2BD8-B6A84A167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12051-1E4C-630D-3A82-9E4316E6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34122-81B6-B79C-F4C1-70DBC036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F2AA4-CF26-97AA-06C1-2729B44739DC}"/>
              </a:ext>
            </a:extLst>
          </p:cNvPr>
          <p:cNvSpPr txBox="1"/>
          <p:nvPr/>
        </p:nvSpPr>
        <p:spPr>
          <a:xfrm>
            <a:off x="1270000" y="1388533"/>
            <a:ext cx="929639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ALGORITHM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Load dataset (area, BHK, bathroom, price).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Perform data preprocessing (handle missing values, remove unwanted columns).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Select input features and target variable.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Split dataset into training and testing sets.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Train Linear Regression model.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Predict house prices using trained model.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Evaluate model using metrics such as R² score, MAE, and MSE.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Display results using graphs and charts.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Integrate model into Flask web application.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978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1B28-CAEA-FBCA-5E86-2B847DE1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F349-6B51-51BC-131F-35D60123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62A8-2B4A-B9E6-6523-0AA44D3959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18148"/>
                <a:ext cx="10515600" cy="5358816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Example: Linear Regression</a:t>
                </a:r>
              </a:p>
              <a:p>
                <a:pPr marL="0" indent="0">
                  <a:buNone/>
                </a:pPr>
                <a:r>
                  <a:rPr lang="en-IN" b="1" dirty="0"/>
                  <a:t>Sample Data:</a:t>
                </a:r>
              </a:p>
              <a:p>
                <a:r>
                  <a:rPr lang="en-IN" dirty="0"/>
                  <a:t>House Data:</a:t>
                </a:r>
              </a:p>
              <a:p>
                <a:r>
                  <a:rPr lang="en-IN" dirty="0"/>
                  <a:t>Area = 1200 </a:t>
                </a:r>
                <a:r>
                  <a:rPr lang="en-IN" dirty="0" err="1"/>
                  <a:t>sq.ft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Bedrooms (BHK) = 2 </a:t>
                </a:r>
              </a:p>
              <a:p>
                <a:r>
                  <a:rPr lang="en-IN" dirty="0"/>
                  <a:t>Bathrooms = 2 </a:t>
                </a:r>
              </a:p>
              <a:p>
                <a:pPr marL="0" indent="0">
                  <a:buNone/>
                </a:pPr>
                <a:r>
                  <a:rPr lang="en-IN" b="1" dirty="0"/>
                  <a:t>Model Equation: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𝑃𝑟𝑖𝑐𝑒</m:t>
                    </m:r>
                    <m:r>
                      <a:rPr lang="en-IN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𝑏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𝑏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𝐴𝑟𝑒𝑎</m:t>
                        </m:r>
                      </m:e>
                    </m:d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𝑏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𝐵𝐻𝐾</m:t>
                        </m:r>
                      </m:e>
                    </m:d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𝑏</m:t>
                        </m:r>
                      </m:e>
                      <m:sub>
                        <m:r>
                          <a:rPr lang="ar-AE"/>
                          <m:t>3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𝐵𝑎𝑡</m:t>
                        </m:r>
                        <m:r>
                          <a:rPr lang="ar-AE" i="1"/>
                          <m:t>h</m:t>
                        </m:r>
                        <m:r>
                          <a:rPr lang="ar-AE" i="1"/>
                          <m:t>𝑟𝑜𝑜𝑚</m:t>
                        </m:r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Assumed Coefficients (Example):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𝑏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/>
                      <m:t>500000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𝑏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/>
                      <m:t>3000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𝑏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/>
                      <m:t>200000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𝑏</m:t>
                        </m:r>
                      </m:e>
                      <m:sub>
                        <m:r>
                          <a:rPr lang="ar-AE"/>
                          <m:t>3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/>
                      <m:t>150000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Calculation: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𝑃𝑟𝑖𝑐𝑒</m:t>
                    </m:r>
                    <m:r>
                      <a:rPr lang="en-IN"/>
                      <m:t>=</m:t>
                    </m:r>
                    <m:r>
                      <a:rPr lang="en-IN"/>
                      <m:t>500000</m:t>
                    </m:r>
                    <m:r>
                      <a:rPr lang="en-IN"/>
                      <m:t>+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3000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1200</m:t>
                        </m:r>
                      </m:e>
                    </m:d>
                    <m:r>
                      <a:rPr lang="ar-AE"/>
                      <m:t>+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200000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2</m:t>
                        </m:r>
                      </m:e>
                    </m:d>
                    <m:r>
                      <a:rPr lang="ar-AE"/>
                      <m:t>+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150000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2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𝑃𝑟𝑖𝑐𝑒</m:t>
                    </m:r>
                    <m:r>
                      <a:rPr lang="ar-AE"/>
                      <m:t>=</m:t>
                    </m:r>
                    <m:r>
                      <a:rPr lang="ar-AE"/>
                      <m:t>500000</m:t>
                    </m:r>
                    <m:r>
                      <a:rPr lang="ar-AE"/>
                      <m:t>+</m:t>
                    </m:r>
                    <m:r>
                      <a:rPr lang="ar-AE"/>
                      <m:t>3600000</m:t>
                    </m:r>
                    <m:r>
                      <a:rPr lang="ar-AE"/>
                      <m:t>+</m:t>
                    </m:r>
                    <m:r>
                      <a:rPr lang="ar-AE"/>
                      <m:t>400000</m:t>
                    </m:r>
                    <m:r>
                      <a:rPr lang="ar-AE"/>
                      <m:t>+</m:t>
                    </m:r>
                    <m:r>
                      <a:rPr lang="ar-AE"/>
                      <m:t>300000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𝑃𝑟𝑖𝑐𝑒</m:t>
                    </m:r>
                    <m:r>
                      <a:rPr lang="ar-AE"/>
                      <m:t>=</m:t>
                    </m:r>
                    <m:r>
                      <a:rPr lang="ar-AE"/>
                      <m:t>48</m:t>
                    </m:r>
                    <m:r>
                      <a:rPr lang="ar-AE"/>
                      <m:t>,</m:t>
                    </m:r>
                    <m:r>
                      <a:rPr lang="ar-AE"/>
                      <m:t>00</m:t>
                    </m:r>
                    <m:r>
                      <a:rPr lang="ar-AE"/>
                      <m:t>,</m:t>
                    </m:r>
                    <m:r>
                      <a:rPr lang="ar-AE"/>
                      <m:t>000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Final Prediction:</a:t>
                </a:r>
              </a:p>
              <a:p>
                <a:pPr marL="0" indent="0">
                  <a:buNone/>
                </a:pPr>
                <a:r>
                  <a:rPr lang="en-IN" dirty="0"/>
                  <a:t>                </a:t>
                </a:r>
                <a:r>
                  <a:rPr lang="en-IN" b="1" dirty="0"/>
                  <a:t>Predicted House Price = ₹48,00,000</a:t>
                </a:r>
                <a:endParaRPr lang="en-IN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62A8-2B4A-B9E6-6523-0AA44D3959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18148"/>
                <a:ext cx="10515600" cy="5358816"/>
              </a:xfrm>
              <a:blipFill>
                <a:blip r:embed="rId2"/>
                <a:stretch>
                  <a:fillRect t="-9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4F674-113A-338E-2296-D02285B4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A87C9-D7DB-2781-11F2-33A13140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6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942269"/>
              </p:ext>
            </p:extLst>
          </p:nvPr>
        </p:nvGraphicFramePr>
        <p:xfrm>
          <a:off x="1854200" y="2205222"/>
          <a:ext cx="8128000" cy="1747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linkClick r:id="rId2"/>
                        </a:rPr>
                        <a:t>https://github.com/harinis240040-byte/house-price-predictor.git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4461933"/>
            <a:ext cx="10888134" cy="171503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system provides an interactive web interface developed using Flask where users can input house details such as area, number of bedrooms, and number of bathrooms.</a:t>
            </a:r>
          </a:p>
          <a:p>
            <a:r>
              <a:rPr lang="en-US" dirty="0"/>
              <a:t>After entering the input values, the system processes the data and displays the predicted house price instantly.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15D4A-D026-B81D-CA8E-F82665E99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840" y="1625600"/>
            <a:ext cx="5252960" cy="2328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6BE09B-ECE4-4DC7-D2ED-1E7D7B33C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60" y="1832406"/>
            <a:ext cx="5732506" cy="211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67" y="4068276"/>
            <a:ext cx="11091333" cy="26531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Result Dashboard</a:t>
            </a:r>
          </a:p>
          <a:p>
            <a:r>
              <a:rPr lang="en-US" dirty="0"/>
              <a:t>The system displays: </a:t>
            </a:r>
          </a:p>
          <a:p>
            <a:pPr lvl="1"/>
            <a:r>
              <a:rPr lang="en-US" dirty="0"/>
              <a:t>Predicted house price </a:t>
            </a:r>
          </a:p>
          <a:p>
            <a:pPr lvl="1"/>
            <a:r>
              <a:rPr lang="en-US" dirty="0"/>
              <a:t>Sample dataset visualization </a:t>
            </a:r>
          </a:p>
          <a:p>
            <a:pPr lvl="1"/>
            <a:r>
              <a:rPr lang="en-US" dirty="0"/>
              <a:t>Area vs Price graph </a:t>
            </a:r>
          </a:p>
          <a:p>
            <a:r>
              <a:rPr lang="en-US" dirty="0"/>
              <a:t>The dashboard provides a clear understanding of how the prediction is generated. </a:t>
            </a:r>
          </a:p>
          <a:p>
            <a:r>
              <a:rPr lang="en-US" b="1" dirty="0"/>
              <a:t>Insights</a:t>
            </a:r>
          </a:p>
          <a:p>
            <a:r>
              <a:rPr lang="en-US" dirty="0"/>
              <a:t>House price increases significantly with increase in area. </a:t>
            </a:r>
          </a:p>
          <a:p>
            <a:r>
              <a:rPr lang="en-US" dirty="0"/>
              <a:t>Number of bedrooms and bathrooms also influence the price. </a:t>
            </a:r>
          </a:p>
          <a:p>
            <a:r>
              <a:rPr lang="en-US" dirty="0"/>
              <a:t>The model captures the linear relationship between features and price effectively.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33BDC9-9BA4-0571-3998-F7B3B1338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90041"/>
            <a:ext cx="7315202" cy="287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0D67-0BAF-5181-3614-381C24D6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F138-9FB2-A76B-0E15-D0D394D4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ECB56-60D9-AA38-4FDD-1E5470B22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67" y="1185333"/>
            <a:ext cx="11091333" cy="553614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Results</a:t>
            </a:r>
          </a:p>
          <a:p>
            <a:r>
              <a:rPr lang="en-US" dirty="0"/>
              <a:t>The system successfully predicts house prices based on input features such as area, number of bedrooms (BHK), and number of bathrooms. </a:t>
            </a:r>
          </a:p>
          <a:p>
            <a:r>
              <a:rPr lang="en-US" dirty="0"/>
              <a:t>The Linear Regression model provides reliable and consistent prediction results. </a:t>
            </a:r>
          </a:p>
          <a:p>
            <a:r>
              <a:rPr lang="en-US" dirty="0"/>
              <a:t>The relationship between input features and house price is effectively captured. </a:t>
            </a:r>
          </a:p>
          <a:p>
            <a:r>
              <a:rPr lang="en-US" dirty="0"/>
              <a:t>The Flask-based web application enables real-time user interaction and instant prediction. </a:t>
            </a:r>
          </a:p>
          <a:p>
            <a:r>
              <a:rPr lang="en-US" dirty="0"/>
              <a:t>Data visualization (scatter plots and regression lines) helps in understanding price trends. </a:t>
            </a:r>
          </a:p>
          <a:p>
            <a:r>
              <a:rPr lang="en-US" dirty="0"/>
              <a:t>The model evaluation shows good performance using R² score, MAE, and MSE. </a:t>
            </a:r>
          </a:p>
          <a:p>
            <a:r>
              <a:rPr lang="en-US" dirty="0"/>
              <a:t>Users receive immediate predicted house price along with graphical insights. </a:t>
            </a:r>
          </a:p>
          <a:p>
            <a:pPr marL="0" indent="0">
              <a:buNone/>
            </a:pPr>
            <a:r>
              <a:rPr lang="en-US" b="1" dirty="0"/>
              <a:t>FUTURE ENHANCEMENTS</a:t>
            </a:r>
          </a:p>
          <a:p>
            <a:r>
              <a:rPr lang="en-US" dirty="0"/>
              <a:t>Improve model performance using advanced algorithms such as Random Forest, </a:t>
            </a:r>
            <a:r>
              <a:rPr lang="en-US" dirty="0" err="1"/>
              <a:t>XGBoost</a:t>
            </a:r>
            <a:r>
              <a:rPr lang="en-US" dirty="0"/>
              <a:t>, or Gradient Boosting. </a:t>
            </a:r>
          </a:p>
          <a:p>
            <a:r>
              <a:rPr lang="en-US" dirty="0"/>
              <a:t>Include additional features such as location, property age, amenities, and nearby facilities. </a:t>
            </a:r>
          </a:p>
          <a:p>
            <a:r>
              <a:rPr lang="en-US" dirty="0"/>
              <a:t>Integrate real-time data from real estate platforms for better accuracy. </a:t>
            </a:r>
          </a:p>
          <a:p>
            <a:r>
              <a:rPr lang="en-US" dirty="0"/>
              <a:t>Deploy the application on cloud platforms such as AWS or Azure for wider accessibility. </a:t>
            </a:r>
          </a:p>
          <a:p>
            <a:r>
              <a:rPr lang="en-US" dirty="0"/>
              <a:t>Add user authentication and personalized dashboards. </a:t>
            </a:r>
          </a:p>
          <a:p>
            <a:r>
              <a:rPr lang="en-US" dirty="0"/>
              <a:t>Implement AI-based recommendations for buyers and sellers. </a:t>
            </a:r>
          </a:p>
          <a:p>
            <a:r>
              <a:rPr lang="en-US" dirty="0"/>
              <a:t>Extend the system to support multiple cities beyond Chennai.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52C0C-52F0-6073-58F7-36D072DD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A7C6C-0F78-15C9-4DDA-8392DFDA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65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955EFF0-2890-FB4B-D4E3-4296978BEC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98235"/>
            <a:ext cx="921604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Dataset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https://www.kaggle.com/datasets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(Used for house price dataset collection)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Documentation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https://scikit-learn.org/stable/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(Used for implementing Linear Regression model)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Documentation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https://flask.palletsprojects.com/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(Used for backend web application development)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Documentation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https://docs.python.org/3/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(Used for Python programming reference)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Documentation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https://pandas.pydata.org/docs/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(Used for data preprocessing and handling)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GeeksforGeeks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(Machine Learning)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https://www.geeksforgeeks.org/machine-learning/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(Used for understanding ML concepts and algorithms)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Towards Data Science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https://towardsdatascience.com/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(Used for real-world machine learning insights)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945</Words>
  <Application>Microsoft Office PowerPoint</Application>
  <PresentationFormat>Widescreen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4 MACHINE LEARNING  LABORATORY  MINI PROJECT REVIEW   HOUSE PRICE PREDICTON</vt:lpstr>
      <vt:lpstr>PROBLEM STATEMENT</vt:lpstr>
      <vt:lpstr>THEORETICAL BACKGROUND</vt:lpstr>
      <vt:lpstr>THEORETICAL BACKGROUND</vt:lpstr>
      <vt:lpstr>THEORETICAL BACKGROUND</vt:lpstr>
      <vt:lpstr>IMPLEMENTATION AND CODE</vt:lpstr>
      <vt:lpstr>OUTPUT AND RESULTS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Harini S</cp:lastModifiedBy>
  <cp:revision>6</cp:revision>
  <dcterms:created xsi:type="dcterms:W3CDTF">2025-10-18T08:57:34Z</dcterms:created>
  <dcterms:modified xsi:type="dcterms:W3CDTF">2026-04-30T06:14:32Z</dcterms:modified>
</cp:coreProperties>
</file>